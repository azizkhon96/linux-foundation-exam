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slides/slide1.xml" ContentType="application/vnd.openxmlformats-officedocument.presentationml.slide+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Lst>
  <p:sldSz cx="10080625" cy="7559675"/>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4" name="PlaceHolder 2"/>
          <p:cNvSpPr>
            <a:spLocks noGrp="1"/>
          </p:cNvSpPr>
          <p:nvPr>
            <p:ph type="subTitle"/>
          </p:nvPr>
        </p:nvSpPr>
        <p:spPr>
          <a:xfrm>
            <a:off x="504000" y="1800000"/>
            <a:ext cx="9071640" cy="43840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6" name="PlaceHolder 2"/>
          <p:cNvSpPr>
            <a:spLocks noGrp="1"/>
          </p:cNvSpPr>
          <p:nvPr>
            <p:ph type="body"/>
          </p:nvPr>
        </p:nvSpPr>
        <p:spPr>
          <a:xfrm>
            <a:off x="504000" y="1800000"/>
            <a:ext cx="9071640" cy="43840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8" name="PlaceHolder 2"/>
          <p:cNvSpPr>
            <a:spLocks noGrp="1"/>
          </p:cNvSpPr>
          <p:nvPr>
            <p:ph type="body"/>
          </p:nvPr>
        </p:nvSpPr>
        <p:spPr>
          <a:xfrm>
            <a:off x="504000" y="1800000"/>
            <a:ext cx="4426920" cy="4384080"/>
          </a:xfrm>
          <a:prstGeom prst="rect">
            <a:avLst/>
          </a:prstGeom>
        </p:spPr>
        <p:txBody>
          <a:bodyPr lIns="0" rIns="0" tIns="0" bIns="0">
            <a:normAutofit/>
          </a:bodyPr>
          <a:p>
            <a:endParaRPr b="0" lang="en-US" sz="3200" spc="-1" strike="noStrike">
              <a:latin typeface="Arial"/>
            </a:endParaRPr>
          </a:p>
        </p:txBody>
      </p:sp>
      <p:sp>
        <p:nvSpPr>
          <p:cNvPr id="9" name="PlaceHolder 3"/>
          <p:cNvSpPr>
            <a:spLocks noGrp="1"/>
          </p:cNvSpPr>
          <p:nvPr>
            <p:ph type="body"/>
          </p:nvPr>
        </p:nvSpPr>
        <p:spPr>
          <a:xfrm>
            <a:off x="5152680" y="1800000"/>
            <a:ext cx="4426920" cy="43840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504000" y="576000"/>
            <a:ext cx="7199640" cy="33372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13" name="PlaceHolder 2"/>
          <p:cNvSpPr>
            <a:spLocks noGrp="1"/>
          </p:cNvSpPr>
          <p:nvPr>
            <p:ph type="body"/>
          </p:nvPr>
        </p:nvSpPr>
        <p:spPr>
          <a:xfrm>
            <a:off x="504000" y="1800000"/>
            <a:ext cx="4426920" cy="2090880"/>
          </a:xfrm>
          <a:prstGeom prst="rect">
            <a:avLst/>
          </a:prstGeom>
        </p:spPr>
        <p:txBody>
          <a:bodyPr lIns="0" rIns="0" tIns="0" bIns="0">
            <a:normAutofit/>
          </a:bodyPr>
          <a:p>
            <a:endParaRPr b="0" lang="en-US" sz="3200" spc="-1" strike="noStrike">
              <a:latin typeface="Arial"/>
            </a:endParaRPr>
          </a:p>
        </p:txBody>
      </p:sp>
      <p:sp>
        <p:nvSpPr>
          <p:cNvPr id="14" name="PlaceHolder 3"/>
          <p:cNvSpPr>
            <a:spLocks noGrp="1"/>
          </p:cNvSpPr>
          <p:nvPr>
            <p:ph type="body"/>
          </p:nvPr>
        </p:nvSpPr>
        <p:spPr>
          <a:xfrm>
            <a:off x="5152680" y="1800000"/>
            <a:ext cx="4426920" cy="4384080"/>
          </a:xfrm>
          <a:prstGeom prst="rect">
            <a:avLst/>
          </a:prstGeom>
        </p:spPr>
        <p:txBody>
          <a:bodyPr lIns="0" rIns="0" tIns="0" bIns="0">
            <a:normAutofit/>
          </a:bodyPr>
          <a:p>
            <a:endParaRPr b="0" lang="en-US" sz="3200" spc="-1" strike="noStrike">
              <a:latin typeface="Arial"/>
            </a:endParaRPr>
          </a:p>
        </p:txBody>
      </p:sp>
      <p:sp>
        <p:nvSpPr>
          <p:cNvPr id="15" name="PlaceHolder 4"/>
          <p:cNvSpPr>
            <a:spLocks noGrp="1"/>
          </p:cNvSpPr>
          <p:nvPr>
            <p:ph type="body"/>
          </p:nvPr>
        </p:nvSpPr>
        <p:spPr>
          <a:xfrm>
            <a:off x="504000" y="4089960"/>
            <a:ext cx="4426920" cy="209088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17" name="PlaceHolder 2"/>
          <p:cNvSpPr>
            <a:spLocks noGrp="1"/>
          </p:cNvSpPr>
          <p:nvPr>
            <p:ph type="body"/>
          </p:nvPr>
        </p:nvSpPr>
        <p:spPr>
          <a:xfrm>
            <a:off x="504000" y="1800000"/>
            <a:ext cx="4426920" cy="4384080"/>
          </a:xfrm>
          <a:prstGeom prst="rect">
            <a:avLst/>
          </a:prstGeom>
        </p:spPr>
        <p:txBody>
          <a:bodyPr lIns="0" rIns="0" tIns="0" bIns="0">
            <a:normAutofit/>
          </a:bodyPr>
          <a:p>
            <a:endParaRPr b="0" lang="en-US" sz="3200" spc="-1" strike="noStrike">
              <a:latin typeface="Arial"/>
            </a:endParaRPr>
          </a:p>
        </p:txBody>
      </p:sp>
      <p:sp>
        <p:nvSpPr>
          <p:cNvPr id="18" name="PlaceHolder 3"/>
          <p:cNvSpPr>
            <a:spLocks noGrp="1"/>
          </p:cNvSpPr>
          <p:nvPr>
            <p:ph type="body"/>
          </p:nvPr>
        </p:nvSpPr>
        <p:spPr>
          <a:xfrm>
            <a:off x="5152680" y="1800000"/>
            <a:ext cx="4426920" cy="2090880"/>
          </a:xfrm>
          <a:prstGeom prst="rect">
            <a:avLst/>
          </a:prstGeom>
        </p:spPr>
        <p:txBody>
          <a:bodyPr lIns="0" rIns="0" tIns="0" bIns="0">
            <a:normAutofit/>
          </a:bodyPr>
          <a:p>
            <a:endParaRPr b="0" lang="en-US" sz="3200" spc="-1" strike="noStrike">
              <a:latin typeface="Arial"/>
            </a:endParaRPr>
          </a:p>
        </p:txBody>
      </p:sp>
      <p:sp>
        <p:nvSpPr>
          <p:cNvPr id="19" name="PlaceHolder 4"/>
          <p:cNvSpPr>
            <a:spLocks noGrp="1"/>
          </p:cNvSpPr>
          <p:nvPr>
            <p:ph type="body"/>
          </p:nvPr>
        </p:nvSpPr>
        <p:spPr>
          <a:xfrm>
            <a:off x="5152680" y="4089960"/>
            <a:ext cx="4426920" cy="209088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21" name="PlaceHolder 2"/>
          <p:cNvSpPr>
            <a:spLocks noGrp="1"/>
          </p:cNvSpPr>
          <p:nvPr>
            <p:ph type="body"/>
          </p:nvPr>
        </p:nvSpPr>
        <p:spPr>
          <a:xfrm>
            <a:off x="504000" y="1800000"/>
            <a:ext cx="4426920" cy="2090880"/>
          </a:xfrm>
          <a:prstGeom prst="rect">
            <a:avLst/>
          </a:prstGeom>
        </p:spPr>
        <p:txBody>
          <a:bodyPr lIns="0" rIns="0" tIns="0" bIns="0">
            <a:normAutofit/>
          </a:bodyPr>
          <a:p>
            <a:endParaRPr b="0" lang="en-US" sz="3200" spc="-1" strike="noStrike">
              <a:latin typeface="Arial"/>
            </a:endParaRPr>
          </a:p>
        </p:txBody>
      </p:sp>
      <p:sp>
        <p:nvSpPr>
          <p:cNvPr id="22" name="PlaceHolder 3"/>
          <p:cNvSpPr>
            <a:spLocks noGrp="1"/>
          </p:cNvSpPr>
          <p:nvPr>
            <p:ph type="body"/>
          </p:nvPr>
        </p:nvSpPr>
        <p:spPr>
          <a:xfrm>
            <a:off x="5152680" y="1800000"/>
            <a:ext cx="4426920" cy="2090880"/>
          </a:xfrm>
          <a:prstGeom prst="rect">
            <a:avLst/>
          </a:prstGeom>
        </p:spPr>
        <p:txBody>
          <a:bodyPr lIns="0" rIns="0" tIns="0" bIns="0">
            <a:normAutofit/>
          </a:bodyPr>
          <a:p>
            <a:endParaRPr b="0" lang="en-US" sz="3200" spc="-1" strike="noStrike">
              <a:latin typeface="Arial"/>
            </a:endParaRPr>
          </a:p>
        </p:txBody>
      </p:sp>
      <p:sp>
        <p:nvSpPr>
          <p:cNvPr id="23" name="PlaceHolder 4"/>
          <p:cNvSpPr>
            <a:spLocks noGrp="1"/>
          </p:cNvSpPr>
          <p:nvPr>
            <p:ph type="body"/>
          </p:nvPr>
        </p:nvSpPr>
        <p:spPr>
          <a:xfrm>
            <a:off x="504000" y="4089960"/>
            <a:ext cx="9071640" cy="20908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25" name="PlaceHolder 2"/>
          <p:cNvSpPr>
            <a:spLocks noGrp="1"/>
          </p:cNvSpPr>
          <p:nvPr>
            <p:ph type="body"/>
          </p:nvPr>
        </p:nvSpPr>
        <p:spPr>
          <a:xfrm>
            <a:off x="504000" y="1800000"/>
            <a:ext cx="9071640" cy="2090880"/>
          </a:xfrm>
          <a:prstGeom prst="rect">
            <a:avLst/>
          </a:prstGeom>
        </p:spPr>
        <p:txBody>
          <a:bodyPr lIns="0" rIns="0" tIns="0" bIns="0">
            <a:normAutofit/>
          </a:bodyPr>
          <a:p>
            <a:endParaRPr b="0" lang="en-US" sz="3200" spc="-1" strike="noStrike">
              <a:latin typeface="Arial"/>
            </a:endParaRPr>
          </a:p>
        </p:txBody>
      </p:sp>
      <p:sp>
        <p:nvSpPr>
          <p:cNvPr id="26" name="PlaceHolder 3"/>
          <p:cNvSpPr>
            <a:spLocks noGrp="1"/>
          </p:cNvSpPr>
          <p:nvPr>
            <p:ph type="body"/>
          </p:nvPr>
        </p:nvSpPr>
        <p:spPr>
          <a:xfrm>
            <a:off x="504000" y="4089960"/>
            <a:ext cx="9071640" cy="20908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28" name="PlaceHolder 2"/>
          <p:cNvSpPr>
            <a:spLocks noGrp="1"/>
          </p:cNvSpPr>
          <p:nvPr>
            <p:ph type="body"/>
          </p:nvPr>
        </p:nvSpPr>
        <p:spPr>
          <a:xfrm>
            <a:off x="504000" y="1800000"/>
            <a:ext cx="4426920" cy="2090880"/>
          </a:xfrm>
          <a:prstGeom prst="rect">
            <a:avLst/>
          </a:prstGeom>
        </p:spPr>
        <p:txBody>
          <a:bodyPr lIns="0" rIns="0" tIns="0" bIns="0">
            <a:normAutofit/>
          </a:bodyPr>
          <a:p>
            <a:endParaRPr b="0" lang="en-US" sz="3200" spc="-1" strike="noStrike">
              <a:latin typeface="Arial"/>
            </a:endParaRPr>
          </a:p>
        </p:txBody>
      </p:sp>
      <p:sp>
        <p:nvSpPr>
          <p:cNvPr id="29" name="PlaceHolder 3"/>
          <p:cNvSpPr>
            <a:spLocks noGrp="1"/>
          </p:cNvSpPr>
          <p:nvPr>
            <p:ph type="body"/>
          </p:nvPr>
        </p:nvSpPr>
        <p:spPr>
          <a:xfrm>
            <a:off x="5152680" y="1800000"/>
            <a:ext cx="4426920" cy="2090880"/>
          </a:xfrm>
          <a:prstGeom prst="rect">
            <a:avLst/>
          </a:prstGeom>
        </p:spPr>
        <p:txBody>
          <a:bodyPr lIns="0" rIns="0" tIns="0" bIns="0">
            <a:normAutofit/>
          </a:bodyPr>
          <a:p>
            <a:endParaRPr b="0" lang="en-US" sz="3200" spc="-1" strike="noStrike">
              <a:latin typeface="Arial"/>
            </a:endParaRPr>
          </a:p>
        </p:txBody>
      </p:sp>
      <p:sp>
        <p:nvSpPr>
          <p:cNvPr id="30" name="PlaceHolder 4"/>
          <p:cNvSpPr>
            <a:spLocks noGrp="1"/>
          </p:cNvSpPr>
          <p:nvPr>
            <p:ph type="body"/>
          </p:nvPr>
        </p:nvSpPr>
        <p:spPr>
          <a:xfrm>
            <a:off x="504000" y="4089960"/>
            <a:ext cx="4426920" cy="2090880"/>
          </a:xfrm>
          <a:prstGeom prst="rect">
            <a:avLst/>
          </a:prstGeom>
        </p:spPr>
        <p:txBody>
          <a:bodyPr lIns="0" rIns="0" tIns="0" bIns="0">
            <a:normAutofit/>
          </a:bodyPr>
          <a:p>
            <a:endParaRPr b="0" lang="en-US" sz="3200" spc="-1" strike="noStrike">
              <a:latin typeface="Arial"/>
            </a:endParaRPr>
          </a:p>
        </p:txBody>
      </p:sp>
      <p:sp>
        <p:nvSpPr>
          <p:cNvPr id="31" name="PlaceHolder 5"/>
          <p:cNvSpPr>
            <a:spLocks noGrp="1"/>
          </p:cNvSpPr>
          <p:nvPr>
            <p:ph type="body"/>
          </p:nvPr>
        </p:nvSpPr>
        <p:spPr>
          <a:xfrm>
            <a:off x="5152680" y="4089960"/>
            <a:ext cx="4426920" cy="20908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33" name="PlaceHolder 2"/>
          <p:cNvSpPr>
            <a:spLocks noGrp="1"/>
          </p:cNvSpPr>
          <p:nvPr>
            <p:ph type="body"/>
          </p:nvPr>
        </p:nvSpPr>
        <p:spPr>
          <a:xfrm>
            <a:off x="504000" y="1800000"/>
            <a:ext cx="2920680" cy="2090880"/>
          </a:xfrm>
          <a:prstGeom prst="rect">
            <a:avLst/>
          </a:prstGeom>
        </p:spPr>
        <p:txBody>
          <a:bodyPr lIns="0" rIns="0" tIns="0" bIns="0">
            <a:normAutofit/>
          </a:bodyPr>
          <a:p>
            <a:endParaRPr b="0" lang="en-US" sz="3200" spc="-1" strike="noStrike">
              <a:latin typeface="Arial"/>
            </a:endParaRPr>
          </a:p>
        </p:txBody>
      </p:sp>
      <p:sp>
        <p:nvSpPr>
          <p:cNvPr id="34" name="PlaceHolder 3"/>
          <p:cNvSpPr>
            <a:spLocks noGrp="1"/>
          </p:cNvSpPr>
          <p:nvPr>
            <p:ph type="body"/>
          </p:nvPr>
        </p:nvSpPr>
        <p:spPr>
          <a:xfrm>
            <a:off x="3571200" y="1800000"/>
            <a:ext cx="2920680" cy="2090880"/>
          </a:xfrm>
          <a:prstGeom prst="rect">
            <a:avLst/>
          </a:prstGeom>
        </p:spPr>
        <p:txBody>
          <a:bodyPr lIns="0" rIns="0" tIns="0" bIns="0">
            <a:normAutofit/>
          </a:bodyPr>
          <a:p>
            <a:endParaRPr b="0" lang="en-US" sz="3200" spc="-1" strike="noStrike">
              <a:latin typeface="Arial"/>
            </a:endParaRPr>
          </a:p>
        </p:txBody>
      </p:sp>
      <p:sp>
        <p:nvSpPr>
          <p:cNvPr id="35" name="PlaceHolder 4"/>
          <p:cNvSpPr>
            <a:spLocks noGrp="1"/>
          </p:cNvSpPr>
          <p:nvPr>
            <p:ph type="body"/>
          </p:nvPr>
        </p:nvSpPr>
        <p:spPr>
          <a:xfrm>
            <a:off x="6638040" y="1800000"/>
            <a:ext cx="2920680" cy="2090880"/>
          </a:xfrm>
          <a:prstGeom prst="rect">
            <a:avLst/>
          </a:prstGeom>
        </p:spPr>
        <p:txBody>
          <a:bodyPr lIns="0" rIns="0" tIns="0" bIns="0">
            <a:normAutofit/>
          </a:bodyPr>
          <a:p>
            <a:endParaRPr b="0" lang="en-US" sz="3200" spc="-1" strike="noStrike">
              <a:latin typeface="Arial"/>
            </a:endParaRPr>
          </a:p>
        </p:txBody>
      </p:sp>
      <p:sp>
        <p:nvSpPr>
          <p:cNvPr id="36" name="PlaceHolder 5"/>
          <p:cNvSpPr>
            <a:spLocks noGrp="1"/>
          </p:cNvSpPr>
          <p:nvPr>
            <p:ph type="body"/>
          </p:nvPr>
        </p:nvSpPr>
        <p:spPr>
          <a:xfrm>
            <a:off x="504000" y="4089960"/>
            <a:ext cx="2920680" cy="2090880"/>
          </a:xfrm>
          <a:prstGeom prst="rect">
            <a:avLst/>
          </a:prstGeom>
        </p:spPr>
        <p:txBody>
          <a:bodyPr lIns="0" rIns="0" tIns="0" bIns="0">
            <a:normAutofit/>
          </a:bodyPr>
          <a:p>
            <a:endParaRPr b="0" lang="en-US" sz="3200" spc="-1" strike="noStrike">
              <a:latin typeface="Arial"/>
            </a:endParaRPr>
          </a:p>
        </p:txBody>
      </p:sp>
      <p:sp>
        <p:nvSpPr>
          <p:cNvPr id="37" name="PlaceHolder 6"/>
          <p:cNvSpPr>
            <a:spLocks noGrp="1"/>
          </p:cNvSpPr>
          <p:nvPr>
            <p:ph type="body"/>
          </p:nvPr>
        </p:nvSpPr>
        <p:spPr>
          <a:xfrm>
            <a:off x="3571200" y="4089960"/>
            <a:ext cx="2920680" cy="2090880"/>
          </a:xfrm>
          <a:prstGeom prst="rect">
            <a:avLst/>
          </a:prstGeom>
        </p:spPr>
        <p:txBody>
          <a:bodyPr lIns="0" rIns="0" tIns="0" bIns="0">
            <a:normAutofit/>
          </a:bodyPr>
          <a:p>
            <a:endParaRPr b="0" lang="en-US" sz="3200" spc="-1" strike="noStrike">
              <a:latin typeface="Arial"/>
            </a:endParaRPr>
          </a:p>
        </p:txBody>
      </p:sp>
      <p:sp>
        <p:nvSpPr>
          <p:cNvPr id="38" name="PlaceHolder 7"/>
          <p:cNvSpPr>
            <a:spLocks noGrp="1"/>
          </p:cNvSpPr>
          <p:nvPr>
            <p:ph type="body"/>
          </p:nvPr>
        </p:nvSpPr>
        <p:spPr>
          <a:xfrm>
            <a:off x="6638040" y="4089960"/>
            <a:ext cx="2920680" cy="20908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2"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43" name="PlaceHolder 2"/>
          <p:cNvSpPr>
            <a:spLocks noGrp="1"/>
          </p:cNvSpPr>
          <p:nvPr>
            <p:ph type="subTitle"/>
          </p:nvPr>
        </p:nvSpPr>
        <p:spPr>
          <a:xfrm>
            <a:off x="504000" y="1800000"/>
            <a:ext cx="9071640" cy="43840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45" name="PlaceHolder 2"/>
          <p:cNvSpPr>
            <a:spLocks noGrp="1"/>
          </p:cNvSpPr>
          <p:nvPr>
            <p:ph type="body"/>
          </p:nvPr>
        </p:nvSpPr>
        <p:spPr>
          <a:xfrm>
            <a:off x="504000" y="1800000"/>
            <a:ext cx="9071640" cy="43840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47" name="PlaceHolder 2"/>
          <p:cNvSpPr>
            <a:spLocks noGrp="1"/>
          </p:cNvSpPr>
          <p:nvPr>
            <p:ph type="body"/>
          </p:nvPr>
        </p:nvSpPr>
        <p:spPr>
          <a:xfrm>
            <a:off x="504000" y="1800000"/>
            <a:ext cx="4426920" cy="4384080"/>
          </a:xfrm>
          <a:prstGeom prst="rect">
            <a:avLst/>
          </a:prstGeom>
        </p:spPr>
        <p:txBody>
          <a:bodyPr lIns="0" rIns="0" tIns="0" bIns="0">
            <a:normAutofit/>
          </a:bodyPr>
          <a:p>
            <a:endParaRPr b="0" lang="en-US" sz="3200" spc="-1" strike="noStrike">
              <a:latin typeface="Arial"/>
            </a:endParaRPr>
          </a:p>
        </p:txBody>
      </p:sp>
      <p:sp>
        <p:nvSpPr>
          <p:cNvPr id="48" name="PlaceHolder 3"/>
          <p:cNvSpPr>
            <a:spLocks noGrp="1"/>
          </p:cNvSpPr>
          <p:nvPr>
            <p:ph type="body"/>
          </p:nvPr>
        </p:nvSpPr>
        <p:spPr>
          <a:xfrm>
            <a:off x="5152680" y="1800000"/>
            <a:ext cx="4426920" cy="43840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0" name="PlaceHolder 1"/>
          <p:cNvSpPr>
            <a:spLocks noGrp="1"/>
          </p:cNvSpPr>
          <p:nvPr>
            <p:ph type="subTitle"/>
          </p:nvPr>
        </p:nvSpPr>
        <p:spPr>
          <a:xfrm>
            <a:off x="504000" y="576000"/>
            <a:ext cx="7199640" cy="33372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52" name="PlaceHolder 2"/>
          <p:cNvSpPr>
            <a:spLocks noGrp="1"/>
          </p:cNvSpPr>
          <p:nvPr>
            <p:ph type="body"/>
          </p:nvPr>
        </p:nvSpPr>
        <p:spPr>
          <a:xfrm>
            <a:off x="504000" y="1800000"/>
            <a:ext cx="4426920" cy="2090880"/>
          </a:xfrm>
          <a:prstGeom prst="rect">
            <a:avLst/>
          </a:prstGeom>
        </p:spPr>
        <p:txBody>
          <a:bodyPr lIns="0" rIns="0" tIns="0" bIns="0">
            <a:normAutofit/>
          </a:bodyPr>
          <a:p>
            <a:endParaRPr b="0" lang="en-US" sz="3200" spc="-1" strike="noStrike">
              <a:latin typeface="Arial"/>
            </a:endParaRPr>
          </a:p>
        </p:txBody>
      </p:sp>
      <p:sp>
        <p:nvSpPr>
          <p:cNvPr id="53" name="PlaceHolder 3"/>
          <p:cNvSpPr>
            <a:spLocks noGrp="1"/>
          </p:cNvSpPr>
          <p:nvPr>
            <p:ph type="body"/>
          </p:nvPr>
        </p:nvSpPr>
        <p:spPr>
          <a:xfrm>
            <a:off x="5152680" y="1800000"/>
            <a:ext cx="4426920" cy="4384080"/>
          </a:xfrm>
          <a:prstGeom prst="rect">
            <a:avLst/>
          </a:prstGeom>
        </p:spPr>
        <p:txBody>
          <a:bodyPr lIns="0" rIns="0" tIns="0" bIns="0">
            <a:normAutofit/>
          </a:bodyPr>
          <a:p>
            <a:endParaRPr b="0" lang="en-US" sz="3200" spc="-1" strike="noStrike">
              <a:latin typeface="Arial"/>
            </a:endParaRPr>
          </a:p>
        </p:txBody>
      </p:sp>
      <p:sp>
        <p:nvSpPr>
          <p:cNvPr id="54" name="PlaceHolder 4"/>
          <p:cNvSpPr>
            <a:spLocks noGrp="1"/>
          </p:cNvSpPr>
          <p:nvPr>
            <p:ph type="body"/>
          </p:nvPr>
        </p:nvSpPr>
        <p:spPr>
          <a:xfrm>
            <a:off x="504000" y="4089960"/>
            <a:ext cx="4426920" cy="20908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56" name="PlaceHolder 2"/>
          <p:cNvSpPr>
            <a:spLocks noGrp="1"/>
          </p:cNvSpPr>
          <p:nvPr>
            <p:ph type="body"/>
          </p:nvPr>
        </p:nvSpPr>
        <p:spPr>
          <a:xfrm>
            <a:off x="504000" y="1800000"/>
            <a:ext cx="4426920" cy="4384080"/>
          </a:xfrm>
          <a:prstGeom prst="rect">
            <a:avLst/>
          </a:prstGeom>
        </p:spPr>
        <p:txBody>
          <a:bodyPr lIns="0" rIns="0" tIns="0" bIns="0">
            <a:normAutofit/>
          </a:bodyPr>
          <a:p>
            <a:endParaRPr b="0" lang="en-US" sz="3200" spc="-1" strike="noStrike">
              <a:latin typeface="Arial"/>
            </a:endParaRPr>
          </a:p>
        </p:txBody>
      </p:sp>
      <p:sp>
        <p:nvSpPr>
          <p:cNvPr id="57" name="PlaceHolder 3"/>
          <p:cNvSpPr>
            <a:spLocks noGrp="1"/>
          </p:cNvSpPr>
          <p:nvPr>
            <p:ph type="body"/>
          </p:nvPr>
        </p:nvSpPr>
        <p:spPr>
          <a:xfrm>
            <a:off x="5152680" y="1800000"/>
            <a:ext cx="4426920" cy="2090880"/>
          </a:xfrm>
          <a:prstGeom prst="rect">
            <a:avLst/>
          </a:prstGeom>
        </p:spPr>
        <p:txBody>
          <a:bodyPr lIns="0" rIns="0" tIns="0" bIns="0">
            <a:normAutofit/>
          </a:bodyPr>
          <a:p>
            <a:endParaRPr b="0" lang="en-US" sz="3200" spc="-1" strike="noStrike">
              <a:latin typeface="Arial"/>
            </a:endParaRPr>
          </a:p>
        </p:txBody>
      </p:sp>
      <p:sp>
        <p:nvSpPr>
          <p:cNvPr id="58" name="PlaceHolder 4"/>
          <p:cNvSpPr>
            <a:spLocks noGrp="1"/>
          </p:cNvSpPr>
          <p:nvPr>
            <p:ph type="body"/>
          </p:nvPr>
        </p:nvSpPr>
        <p:spPr>
          <a:xfrm>
            <a:off x="5152680" y="4089960"/>
            <a:ext cx="4426920" cy="20908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60" name="PlaceHolder 2"/>
          <p:cNvSpPr>
            <a:spLocks noGrp="1"/>
          </p:cNvSpPr>
          <p:nvPr>
            <p:ph type="body"/>
          </p:nvPr>
        </p:nvSpPr>
        <p:spPr>
          <a:xfrm>
            <a:off x="504000" y="1800000"/>
            <a:ext cx="4426920" cy="2090880"/>
          </a:xfrm>
          <a:prstGeom prst="rect">
            <a:avLst/>
          </a:prstGeom>
        </p:spPr>
        <p:txBody>
          <a:bodyPr lIns="0" rIns="0" tIns="0" bIns="0">
            <a:normAutofit/>
          </a:bodyPr>
          <a:p>
            <a:endParaRPr b="0" lang="en-US" sz="3200" spc="-1" strike="noStrike">
              <a:latin typeface="Arial"/>
            </a:endParaRPr>
          </a:p>
        </p:txBody>
      </p:sp>
      <p:sp>
        <p:nvSpPr>
          <p:cNvPr id="61" name="PlaceHolder 3"/>
          <p:cNvSpPr>
            <a:spLocks noGrp="1"/>
          </p:cNvSpPr>
          <p:nvPr>
            <p:ph type="body"/>
          </p:nvPr>
        </p:nvSpPr>
        <p:spPr>
          <a:xfrm>
            <a:off x="5152680" y="1800000"/>
            <a:ext cx="4426920" cy="2090880"/>
          </a:xfrm>
          <a:prstGeom prst="rect">
            <a:avLst/>
          </a:prstGeom>
        </p:spPr>
        <p:txBody>
          <a:bodyPr lIns="0" rIns="0" tIns="0" bIns="0">
            <a:normAutofit/>
          </a:bodyPr>
          <a:p>
            <a:endParaRPr b="0" lang="en-US" sz="3200" spc="-1" strike="noStrike">
              <a:latin typeface="Arial"/>
            </a:endParaRPr>
          </a:p>
        </p:txBody>
      </p:sp>
      <p:sp>
        <p:nvSpPr>
          <p:cNvPr id="62" name="PlaceHolder 4"/>
          <p:cNvSpPr>
            <a:spLocks noGrp="1"/>
          </p:cNvSpPr>
          <p:nvPr>
            <p:ph type="body"/>
          </p:nvPr>
        </p:nvSpPr>
        <p:spPr>
          <a:xfrm>
            <a:off x="504000" y="4089960"/>
            <a:ext cx="9071640" cy="20908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64" name="PlaceHolder 2"/>
          <p:cNvSpPr>
            <a:spLocks noGrp="1"/>
          </p:cNvSpPr>
          <p:nvPr>
            <p:ph type="body"/>
          </p:nvPr>
        </p:nvSpPr>
        <p:spPr>
          <a:xfrm>
            <a:off x="504000" y="1800000"/>
            <a:ext cx="9071640" cy="2090880"/>
          </a:xfrm>
          <a:prstGeom prst="rect">
            <a:avLst/>
          </a:prstGeom>
        </p:spPr>
        <p:txBody>
          <a:bodyPr lIns="0" rIns="0" tIns="0" bIns="0">
            <a:normAutofit/>
          </a:bodyPr>
          <a:p>
            <a:endParaRPr b="0" lang="en-US" sz="3200" spc="-1" strike="noStrike">
              <a:latin typeface="Arial"/>
            </a:endParaRPr>
          </a:p>
        </p:txBody>
      </p:sp>
      <p:sp>
        <p:nvSpPr>
          <p:cNvPr id="65" name="PlaceHolder 3"/>
          <p:cNvSpPr>
            <a:spLocks noGrp="1"/>
          </p:cNvSpPr>
          <p:nvPr>
            <p:ph type="body"/>
          </p:nvPr>
        </p:nvSpPr>
        <p:spPr>
          <a:xfrm>
            <a:off x="504000" y="4089960"/>
            <a:ext cx="9071640" cy="20908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67" name="PlaceHolder 2"/>
          <p:cNvSpPr>
            <a:spLocks noGrp="1"/>
          </p:cNvSpPr>
          <p:nvPr>
            <p:ph type="body"/>
          </p:nvPr>
        </p:nvSpPr>
        <p:spPr>
          <a:xfrm>
            <a:off x="504000" y="1800000"/>
            <a:ext cx="4426920" cy="2090880"/>
          </a:xfrm>
          <a:prstGeom prst="rect">
            <a:avLst/>
          </a:prstGeom>
        </p:spPr>
        <p:txBody>
          <a:bodyPr lIns="0" rIns="0" tIns="0" bIns="0">
            <a:normAutofit/>
          </a:bodyPr>
          <a:p>
            <a:endParaRPr b="0" lang="en-US" sz="3200" spc="-1" strike="noStrike">
              <a:latin typeface="Arial"/>
            </a:endParaRPr>
          </a:p>
        </p:txBody>
      </p:sp>
      <p:sp>
        <p:nvSpPr>
          <p:cNvPr id="68" name="PlaceHolder 3"/>
          <p:cNvSpPr>
            <a:spLocks noGrp="1"/>
          </p:cNvSpPr>
          <p:nvPr>
            <p:ph type="body"/>
          </p:nvPr>
        </p:nvSpPr>
        <p:spPr>
          <a:xfrm>
            <a:off x="5152680" y="1800000"/>
            <a:ext cx="4426920" cy="2090880"/>
          </a:xfrm>
          <a:prstGeom prst="rect">
            <a:avLst/>
          </a:prstGeom>
        </p:spPr>
        <p:txBody>
          <a:bodyPr lIns="0" rIns="0" tIns="0" bIns="0">
            <a:normAutofit/>
          </a:bodyPr>
          <a:p>
            <a:endParaRPr b="0" lang="en-US" sz="3200" spc="-1" strike="noStrike">
              <a:latin typeface="Arial"/>
            </a:endParaRPr>
          </a:p>
        </p:txBody>
      </p:sp>
      <p:sp>
        <p:nvSpPr>
          <p:cNvPr id="69" name="PlaceHolder 4"/>
          <p:cNvSpPr>
            <a:spLocks noGrp="1"/>
          </p:cNvSpPr>
          <p:nvPr>
            <p:ph type="body"/>
          </p:nvPr>
        </p:nvSpPr>
        <p:spPr>
          <a:xfrm>
            <a:off x="504000" y="4089960"/>
            <a:ext cx="4426920" cy="2090880"/>
          </a:xfrm>
          <a:prstGeom prst="rect">
            <a:avLst/>
          </a:prstGeom>
        </p:spPr>
        <p:txBody>
          <a:bodyPr lIns="0" rIns="0" tIns="0" bIns="0">
            <a:normAutofit/>
          </a:bodyPr>
          <a:p>
            <a:endParaRPr b="0" lang="en-US" sz="3200" spc="-1" strike="noStrike">
              <a:latin typeface="Arial"/>
            </a:endParaRPr>
          </a:p>
        </p:txBody>
      </p:sp>
      <p:sp>
        <p:nvSpPr>
          <p:cNvPr id="70" name="PlaceHolder 5"/>
          <p:cNvSpPr>
            <a:spLocks noGrp="1"/>
          </p:cNvSpPr>
          <p:nvPr>
            <p:ph type="body"/>
          </p:nvPr>
        </p:nvSpPr>
        <p:spPr>
          <a:xfrm>
            <a:off x="5152680" y="4089960"/>
            <a:ext cx="4426920" cy="20908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504000" y="576000"/>
            <a:ext cx="7199640" cy="719640"/>
          </a:xfrm>
          <a:prstGeom prst="rect">
            <a:avLst/>
          </a:prstGeom>
        </p:spPr>
        <p:txBody>
          <a:bodyPr lIns="0" rIns="0" tIns="0" bIns="0" anchor="ctr">
            <a:noAutofit/>
          </a:bodyPr>
          <a:p>
            <a:pPr algn="ctr"/>
            <a:endParaRPr b="0" lang="en-US" sz="4400" spc="-1" strike="noStrike">
              <a:latin typeface="Arial"/>
            </a:endParaRPr>
          </a:p>
        </p:txBody>
      </p:sp>
      <p:sp>
        <p:nvSpPr>
          <p:cNvPr id="72" name="PlaceHolder 2"/>
          <p:cNvSpPr>
            <a:spLocks noGrp="1"/>
          </p:cNvSpPr>
          <p:nvPr>
            <p:ph type="body"/>
          </p:nvPr>
        </p:nvSpPr>
        <p:spPr>
          <a:xfrm>
            <a:off x="504000" y="1800000"/>
            <a:ext cx="2920680" cy="2090880"/>
          </a:xfrm>
          <a:prstGeom prst="rect">
            <a:avLst/>
          </a:prstGeom>
        </p:spPr>
        <p:txBody>
          <a:bodyPr lIns="0" rIns="0" tIns="0" bIns="0">
            <a:normAutofit/>
          </a:bodyPr>
          <a:p>
            <a:endParaRPr b="0" lang="en-US" sz="3200" spc="-1" strike="noStrike">
              <a:latin typeface="Arial"/>
            </a:endParaRPr>
          </a:p>
        </p:txBody>
      </p:sp>
      <p:sp>
        <p:nvSpPr>
          <p:cNvPr id="73" name="PlaceHolder 3"/>
          <p:cNvSpPr>
            <a:spLocks noGrp="1"/>
          </p:cNvSpPr>
          <p:nvPr>
            <p:ph type="body"/>
          </p:nvPr>
        </p:nvSpPr>
        <p:spPr>
          <a:xfrm>
            <a:off x="3571200" y="1800000"/>
            <a:ext cx="2920680" cy="2090880"/>
          </a:xfrm>
          <a:prstGeom prst="rect">
            <a:avLst/>
          </a:prstGeom>
        </p:spPr>
        <p:txBody>
          <a:bodyPr lIns="0" rIns="0" tIns="0" bIns="0">
            <a:normAutofit/>
          </a:bodyPr>
          <a:p>
            <a:endParaRPr b="0" lang="en-US" sz="3200" spc="-1" strike="noStrike">
              <a:latin typeface="Arial"/>
            </a:endParaRPr>
          </a:p>
        </p:txBody>
      </p:sp>
      <p:sp>
        <p:nvSpPr>
          <p:cNvPr id="74" name="PlaceHolder 4"/>
          <p:cNvSpPr>
            <a:spLocks noGrp="1"/>
          </p:cNvSpPr>
          <p:nvPr>
            <p:ph type="body"/>
          </p:nvPr>
        </p:nvSpPr>
        <p:spPr>
          <a:xfrm>
            <a:off x="6638040" y="1800000"/>
            <a:ext cx="2920680" cy="2090880"/>
          </a:xfrm>
          <a:prstGeom prst="rect">
            <a:avLst/>
          </a:prstGeom>
        </p:spPr>
        <p:txBody>
          <a:bodyPr lIns="0" rIns="0" tIns="0" bIns="0">
            <a:normAutofit/>
          </a:bodyPr>
          <a:p>
            <a:endParaRPr b="0" lang="en-US" sz="3200" spc="-1" strike="noStrike">
              <a:latin typeface="Arial"/>
            </a:endParaRPr>
          </a:p>
        </p:txBody>
      </p:sp>
      <p:sp>
        <p:nvSpPr>
          <p:cNvPr id="75" name="PlaceHolder 5"/>
          <p:cNvSpPr>
            <a:spLocks noGrp="1"/>
          </p:cNvSpPr>
          <p:nvPr>
            <p:ph type="body"/>
          </p:nvPr>
        </p:nvSpPr>
        <p:spPr>
          <a:xfrm>
            <a:off x="504000" y="4089960"/>
            <a:ext cx="2920680" cy="2090880"/>
          </a:xfrm>
          <a:prstGeom prst="rect">
            <a:avLst/>
          </a:prstGeom>
        </p:spPr>
        <p:txBody>
          <a:bodyPr lIns="0" rIns="0" tIns="0" bIns="0">
            <a:normAutofit/>
          </a:bodyPr>
          <a:p>
            <a:endParaRPr b="0" lang="en-US" sz="3200" spc="-1" strike="noStrike">
              <a:latin typeface="Arial"/>
            </a:endParaRPr>
          </a:p>
        </p:txBody>
      </p:sp>
      <p:sp>
        <p:nvSpPr>
          <p:cNvPr id="76" name="PlaceHolder 6"/>
          <p:cNvSpPr>
            <a:spLocks noGrp="1"/>
          </p:cNvSpPr>
          <p:nvPr>
            <p:ph type="body"/>
          </p:nvPr>
        </p:nvSpPr>
        <p:spPr>
          <a:xfrm>
            <a:off x="3571200" y="4089960"/>
            <a:ext cx="2920680" cy="2090880"/>
          </a:xfrm>
          <a:prstGeom prst="rect">
            <a:avLst/>
          </a:prstGeom>
        </p:spPr>
        <p:txBody>
          <a:bodyPr lIns="0" rIns="0" tIns="0" bIns="0">
            <a:normAutofit/>
          </a:bodyPr>
          <a:p>
            <a:endParaRPr b="0" lang="en-US" sz="3200" spc="-1" strike="noStrike">
              <a:latin typeface="Arial"/>
            </a:endParaRPr>
          </a:p>
        </p:txBody>
      </p:sp>
      <p:sp>
        <p:nvSpPr>
          <p:cNvPr id="77" name="PlaceHolder 7"/>
          <p:cNvSpPr>
            <a:spLocks noGrp="1"/>
          </p:cNvSpPr>
          <p:nvPr>
            <p:ph type="body"/>
          </p:nvPr>
        </p:nvSpPr>
        <p:spPr>
          <a:xfrm>
            <a:off x="6638040" y="4089960"/>
            <a:ext cx="2920680" cy="209088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 descr=""/>
          <p:cNvPicPr/>
          <p:nvPr/>
        </p:nvPicPr>
        <p:blipFill>
          <a:blip r:embed="rId2"/>
          <a:stretch/>
        </p:blipFill>
        <p:spPr>
          <a:xfrm>
            <a:off x="720" y="720"/>
            <a:ext cx="10079280" cy="7559280"/>
          </a:xfrm>
          <a:prstGeom prst="rect">
            <a:avLst/>
          </a:prstGeom>
          <a:ln>
            <a:noFill/>
          </a:ln>
        </p:spPr>
      </p:pic>
      <p:sp>
        <p:nvSpPr>
          <p:cNvPr id="1" name="PlaceHolder 1"/>
          <p:cNvSpPr>
            <a:spLocks noGrp="1"/>
          </p:cNvSpPr>
          <p:nvPr>
            <p:ph type="title"/>
          </p:nvPr>
        </p:nvSpPr>
        <p:spPr>
          <a:xfrm>
            <a:off x="504000" y="576000"/>
            <a:ext cx="7199640" cy="719640"/>
          </a:xfrm>
          <a:prstGeom prst="rect">
            <a:avLst/>
          </a:prstGeom>
        </p:spPr>
        <p:txBody>
          <a:bodyPr lIns="0" rIns="0" tIns="0" bIns="0" anchor="ctr">
            <a:noAutofit/>
          </a:bodyPr>
          <a:p>
            <a:r>
              <a:rPr b="0" lang="en-US" sz="1800" spc="-1" strike="noStrike">
                <a:latin typeface="Arial"/>
              </a:rPr>
              <a:t>Click to edit the title text format</a:t>
            </a:r>
            <a:endParaRPr b="0" lang="en-US" sz="1800" spc="-1" strike="noStrike">
              <a:latin typeface="Arial"/>
            </a:endParaRPr>
          </a:p>
        </p:txBody>
      </p:sp>
      <p:sp>
        <p:nvSpPr>
          <p:cNvPr id="2" name="PlaceHolder 2"/>
          <p:cNvSpPr>
            <a:spLocks noGrp="1"/>
          </p:cNvSpPr>
          <p:nvPr>
            <p:ph type="body"/>
          </p:nvPr>
        </p:nvSpPr>
        <p:spPr>
          <a:xfrm>
            <a:off x="504000" y="1768680"/>
            <a:ext cx="9072000" cy="43840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 name="" descr=""/>
          <p:cNvPicPr/>
          <p:nvPr/>
        </p:nvPicPr>
        <p:blipFill>
          <a:blip r:embed="rId2"/>
          <a:stretch/>
        </p:blipFill>
        <p:spPr>
          <a:xfrm>
            <a:off x="720" y="720"/>
            <a:ext cx="10079280" cy="7559280"/>
          </a:xfrm>
          <a:prstGeom prst="rect">
            <a:avLst/>
          </a:prstGeom>
          <a:ln>
            <a:noFill/>
          </a:ln>
        </p:spPr>
      </p:pic>
      <p:sp>
        <p:nvSpPr>
          <p:cNvPr id="40" name="PlaceHolder 1"/>
          <p:cNvSpPr>
            <a:spLocks noGrp="1"/>
          </p:cNvSpPr>
          <p:nvPr>
            <p:ph type="title"/>
          </p:nvPr>
        </p:nvSpPr>
        <p:spPr>
          <a:xfrm>
            <a:off x="504000" y="576000"/>
            <a:ext cx="7199640" cy="719640"/>
          </a:xfrm>
          <a:prstGeom prst="rect">
            <a:avLst/>
          </a:prstGeom>
        </p:spPr>
        <p:txBody>
          <a:bodyPr lIns="0" rIns="0" tIns="0" bIns="0" anchor="ctr">
            <a:noAutofit/>
          </a:bodyPr>
          <a:p>
            <a:r>
              <a:rPr b="0" lang="en-US" sz="1800" spc="-1" strike="noStrike">
                <a:latin typeface="Arial"/>
              </a:rPr>
              <a:t>Click to edit the title text format</a:t>
            </a:r>
            <a:endParaRPr b="0" lang="en-US" sz="1800" spc="-1" strike="noStrike">
              <a:latin typeface="Arial"/>
            </a:endParaRPr>
          </a:p>
        </p:txBody>
      </p:sp>
      <p:sp>
        <p:nvSpPr>
          <p:cNvPr id="41" name="PlaceHolder 2"/>
          <p:cNvSpPr>
            <a:spLocks noGrp="1"/>
          </p:cNvSpPr>
          <p:nvPr>
            <p:ph type="body"/>
          </p:nvPr>
        </p:nvSpPr>
        <p:spPr>
          <a:xfrm>
            <a:off x="504000" y="1800000"/>
            <a:ext cx="9071640" cy="43840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1800" spc="-1" strike="noStrike">
                <a:latin typeface="Arial"/>
              </a:rPr>
              <a:t>Click to edit the outline text format</a:t>
            </a:r>
            <a:endParaRPr b="0" lang="en-US" sz="1800" spc="-1" strike="noStrike">
              <a:latin typeface="Arial"/>
            </a:endParaRPr>
          </a:p>
          <a:p>
            <a:pPr lvl="1" marL="864000" indent="-324000">
              <a:spcBef>
                <a:spcPts val="1134"/>
              </a:spcBef>
              <a:buClr>
                <a:srgbClr val="000000"/>
              </a:buClr>
              <a:buSzPct val="75000"/>
              <a:buFont typeface="Symbol" charset="2"/>
              <a:buChar char=""/>
            </a:pPr>
            <a:r>
              <a:rPr b="0" lang="en-US" sz="1800" spc="-1" strike="noStrike">
                <a:latin typeface="Arial"/>
              </a:rPr>
              <a:t>Second Outline Level</a:t>
            </a:r>
            <a:endParaRPr b="0" lang="en-US" sz="1800" spc="-1" strike="noStrike">
              <a:latin typeface="Arial"/>
            </a:endParaRPr>
          </a:p>
          <a:p>
            <a:pPr lvl="2" marL="1296000" indent="-288000">
              <a:spcBef>
                <a:spcPts val="850"/>
              </a:spcBef>
              <a:buClr>
                <a:srgbClr val="000000"/>
              </a:buClr>
              <a:buSzPct val="45000"/>
              <a:buFont typeface="Wingdings" charset="2"/>
              <a:buChar char=""/>
            </a:pPr>
            <a:r>
              <a:rPr b="0" lang="en-US" sz="1800" spc="-1" strike="noStrike">
                <a:latin typeface="Arial"/>
              </a:rPr>
              <a:t>Third Outline Level</a:t>
            </a:r>
            <a:endParaRPr b="0" lang="en-US" sz="1800" spc="-1" strike="noStrike">
              <a:latin typeface="Arial"/>
            </a:endParaRPr>
          </a:p>
          <a:p>
            <a:pPr lvl="3" marL="1728000" indent="-216000">
              <a:spcBef>
                <a:spcPts val="567"/>
              </a:spcBef>
              <a:buClr>
                <a:srgbClr val="000000"/>
              </a:buClr>
              <a:buSzPct val="75000"/>
              <a:buFont typeface="Symbol" charset="2"/>
              <a:buChar char=""/>
            </a:pPr>
            <a:r>
              <a:rPr b="0" lang="en-US" sz="1800" spc="-1" strike="noStrike">
                <a:latin typeface="Arial"/>
              </a:rPr>
              <a:t>Fourth Outline Level</a:t>
            </a:r>
            <a:endParaRPr b="0" lang="en-US" sz="1800" spc="-1" strike="noStrike">
              <a:latin typeface="Arial"/>
            </a:endParaRPr>
          </a:p>
          <a:p>
            <a:pPr lvl="4" marL="2160000" indent="-216000">
              <a:spcBef>
                <a:spcPts val="283"/>
              </a:spcBef>
              <a:buClr>
                <a:srgbClr val="000000"/>
              </a:buClr>
              <a:buSzPct val="45000"/>
              <a:buFont typeface="Wingdings" charset="2"/>
              <a:buChar char=""/>
            </a:pPr>
            <a:r>
              <a:rPr b="0" lang="en-US" sz="1800" spc="-1" strike="noStrike">
                <a:latin typeface="Arial"/>
              </a:rPr>
              <a:t>Fifth Outline Level</a:t>
            </a:r>
            <a:endParaRPr b="0" lang="en-US" sz="1800" spc="-1" strike="noStrike">
              <a:latin typeface="Arial"/>
            </a:endParaRPr>
          </a:p>
          <a:p>
            <a:pPr lvl="5" marL="2592000" indent="-216000">
              <a:spcBef>
                <a:spcPts val="283"/>
              </a:spcBef>
              <a:buClr>
                <a:srgbClr val="000000"/>
              </a:buClr>
              <a:buSzPct val="45000"/>
              <a:buFont typeface="Wingdings" charset="2"/>
              <a:buChar char=""/>
            </a:pPr>
            <a:r>
              <a:rPr b="0" lang="en-US" sz="1800" spc="-1" strike="noStrike">
                <a:latin typeface="Arial"/>
              </a:rPr>
              <a:t>Sixth Outline Level</a:t>
            </a:r>
            <a:endParaRPr b="0" lang="en-US" sz="1800" spc="-1" strike="noStrike">
              <a:latin typeface="Arial"/>
            </a:endParaRPr>
          </a:p>
          <a:p>
            <a:pPr lvl="6" marL="3024000" indent="-216000">
              <a:spcBef>
                <a:spcPts val="283"/>
              </a:spcBef>
              <a:buClr>
                <a:srgbClr val="000000"/>
              </a:buClr>
              <a:buSzPct val="45000"/>
              <a:buFont typeface="Wingdings" charset="2"/>
              <a:buChar char=""/>
            </a:pPr>
            <a:r>
              <a:rPr b="0" lang="en-US" sz="1800" spc="-1" strike="noStrike">
                <a:latin typeface="Arial"/>
              </a:rPr>
              <a:t>Seventh Outline Level</a:t>
            </a:r>
            <a:endParaRPr b="0" lang="en-US" sz="18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CustomShape 1"/>
          <p:cNvSpPr/>
          <p:nvPr/>
        </p:nvSpPr>
        <p:spPr>
          <a:xfrm>
            <a:off x="504000" y="576000"/>
            <a:ext cx="7199640" cy="719640"/>
          </a:xfrm>
          <a:prstGeom prst="rect">
            <a:avLst/>
          </a:prstGeom>
          <a:noFill/>
          <a:ln>
            <a:noFill/>
          </a:ln>
        </p:spPr>
        <p:style>
          <a:lnRef idx="0"/>
          <a:fillRef idx="0"/>
          <a:effectRef idx="0"/>
          <a:fontRef idx="minor"/>
        </p:style>
        <p:txBody>
          <a:bodyPr lIns="0" rIns="0" tIns="0" bIns="0" anchor="ctr">
            <a:noAutofit/>
          </a:bodyPr>
          <a:p>
            <a:pPr>
              <a:lnSpc>
                <a:spcPct val="100000"/>
              </a:lnSpc>
            </a:pPr>
            <a:r>
              <a:rPr b="0" lang="en-US" sz="3600" spc="-1" strike="noStrike">
                <a:latin typeface="Arial"/>
              </a:rPr>
              <a:t> </a:t>
            </a:r>
            <a:r>
              <a:rPr b="0" lang="en-US" sz="3600" spc="-1" strike="noStrike">
                <a:latin typeface="Arial"/>
              </a:rPr>
              <a:t>Introduction</a:t>
            </a:r>
            <a:endParaRPr b="0" lang="en-US" sz="3600" spc="-1" strike="noStrike">
              <a:latin typeface="Arial"/>
            </a:endParaRPr>
          </a:p>
        </p:txBody>
      </p:sp>
      <p:pic>
        <p:nvPicPr>
          <p:cNvPr id="79" name="" descr=""/>
          <p:cNvPicPr/>
          <p:nvPr/>
        </p:nvPicPr>
        <p:blipFill>
          <a:blip r:embed="rId1"/>
          <a:stretch/>
        </p:blipFill>
        <p:spPr>
          <a:xfrm>
            <a:off x="308880" y="1503720"/>
            <a:ext cx="9410400" cy="5669280"/>
          </a:xfrm>
          <a:prstGeom prst="rect">
            <a:avLst/>
          </a:prstGeom>
          <a:ln>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TextShape 1"/>
          <p:cNvSpPr txBox="1"/>
          <p:nvPr/>
        </p:nvSpPr>
        <p:spPr>
          <a:xfrm>
            <a:off x="504000" y="576000"/>
            <a:ext cx="7199640" cy="719640"/>
          </a:xfrm>
          <a:prstGeom prst="rect">
            <a:avLst/>
          </a:prstGeom>
          <a:noFill/>
          <a:ln>
            <a:noFill/>
          </a:ln>
        </p:spPr>
        <p:txBody>
          <a:bodyPr lIns="0" rIns="0" tIns="0" bIns="0" anchor="ctr">
            <a:noAutofit/>
          </a:bodyPr>
          <a:p>
            <a:pPr algn="ctr"/>
            <a:r>
              <a:rPr b="1" lang="en-US" sz="2800" spc="-1" strike="noStrike">
                <a:latin typeface="Arial"/>
              </a:rPr>
              <a:t>After finishing this course you will gain:</a:t>
            </a:r>
            <a:endParaRPr b="1" lang="en-US" sz="2800" spc="-1" strike="noStrike">
              <a:latin typeface="Arial"/>
            </a:endParaRPr>
          </a:p>
        </p:txBody>
      </p:sp>
      <p:sp>
        <p:nvSpPr>
          <p:cNvPr id="81" name="TextShape 2"/>
          <p:cNvSpPr txBox="1"/>
          <p:nvPr/>
        </p:nvSpPr>
        <p:spPr>
          <a:xfrm>
            <a:off x="504000" y="1836000"/>
            <a:ext cx="9071640" cy="4384080"/>
          </a:xfrm>
          <a:prstGeom prst="rect">
            <a:avLst/>
          </a:prstGeom>
          <a:noFill/>
          <a:ln>
            <a:noFill/>
          </a:ln>
        </p:spPr>
        <p:txBody>
          <a:bodyPr lIns="0" rIns="0" tIns="0" bIns="0">
            <a:normAutofit fontScale="40000"/>
          </a:bodyPr>
          <a:p>
            <a:pPr marL="432000" indent="-324000">
              <a:spcBef>
                <a:spcPts val="1417"/>
              </a:spcBef>
              <a:buClr>
                <a:srgbClr val="000000"/>
              </a:buClr>
              <a:buSzPct val="45000"/>
              <a:buFont typeface="Wingdings" charset="2"/>
              <a:buChar char=""/>
            </a:pPr>
            <a:r>
              <a:rPr b="0" lang="en-US" sz="3200" spc="-1" strike="noStrike">
                <a:latin typeface="Arial"/>
              </a:rPr>
              <a:t>Installing Linux in different ways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Review of the Linux Graphic Interface</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Easily work with Linux Terminal</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Working with Files, Directories, file contents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Be familiar with linux file tree</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Working with filters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Setting up servers: NTP, DNS, DHCP, Nginx , </a:t>
            </a:r>
            <a:r>
              <a:rPr b="0" lang="en-US" sz="3200" spc="-1" strike="noStrike">
                <a:latin typeface="Arial"/>
              </a:rPr>
              <a:t>Apache, MySQL, PostgreSQL, NFS, Mail </a:t>
            </a:r>
            <a:r>
              <a:rPr b="0" lang="en-US" sz="3200" spc="-1" strike="noStrike">
                <a:latin typeface="Arial"/>
              </a:rPr>
              <a:t>Servers</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Virtualization technologies: Proxmox, Vmware, </a:t>
            </a:r>
            <a:r>
              <a:rPr b="0" lang="en-US" sz="3200" spc="-1" strike="noStrike">
                <a:latin typeface="Arial"/>
              </a:rPr>
              <a:t>VirtualBox, ESXi</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Firewalls: Opensense, Pfsense</a:t>
            </a:r>
            <a:endParaRPr b="0" lang="en-US" sz="3200" spc="-1" strike="noStrike">
              <a:latin typeface="Arial"/>
            </a:endParaRPr>
          </a:p>
          <a:p>
            <a:pPr marL="432000" indent="-324000">
              <a:spcBef>
                <a:spcPts val="1417"/>
              </a:spcBef>
              <a:buClr>
                <a:srgbClr val="000000"/>
              </a:buClr>
              <a:buSzPct val="45000"/>
              <a:buFont typeface="Wingdings" charset="2"/>
              <a:buChar char=""/>
            </a:pPr>
            <a:r>
              <a:rPr b="0" lang="en-US" sz="3200" spc="-1" strike="noStrike">
                <a:latin typeface="Arial"/>
              </a:rPr>
              <a:t>Monitoring systems: Zabbix, Prometheus , </a:t>
            </a:r>
            <a:r>
              <a:rPr b="0" lang="en-US" sz="3200" spc="-1" strike="noStrike">
                <a:latin typeface="Arial"/>
              </a:rPr>
              <a:t>Grafana</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CustomShape 1"/>
          <p:cNvSpPr/>
          <p:nvPr/>
        </p:nvSpPr>
        <p:spPr>
          <a:xfrm>
            <a:off x="504000" y="576000"/>
            <a:ext cx="7199640" cy="719640"/>
          </a:xfrm>
          <a:prstGeom prst="rect">
            <a:avLst/>
          </a:prstGeom>
          <a:noFill/>
          <a:ln>
            <a:noFill/>
          </a:ln>
        </p:spPr>
        <p:style>
          <a:lnRef idx="0"/>
          <a:fillRef idx="0"/>
          <a:effectRef idx="0"/>
          <a:fontRef idx="minor"/>
        </p:style>
        <p:txBody>
          <a:bodyPr lIns="0" rIns="0" tIns="0" bIns="0" anchor="ctr">
            <a:noAutofit/>
          </a:bodyPr>
          <a:p>
            <a:pPr>
              <a:lnSpc>
                <a:spcPct val="100000"/>
              </a:lnSpc>
            </a:pPr>
            <a:r>
              <a:rPr b="0" lang="en-US" sz="3600" spc="-1" strike="noStrike">
                <a:latin typeface="Arial"/>
              </a:rPr>
              <a:t>Statistics </a:t>
            </a:r>
            <a:endParaRPr b="0" lang="en-US" sz="3600" spc="-1" strike="noStrike">
              <a:latin typeface="Arial"/>
            </a:endParaRPr>
          </a:p>
        </p:txBody>
      </p:sp>
      <p:sp>
        <p:nvSpPr>
          <p:cNvPr id="83" name="CustomShape 2"/>
          <p:cNvSpPr/>
          <p:nvPr/>
        </p:nvSpPr>
        <p:spPr>
          <a:xfrm>
            <a:off x="504000" y="1800000"/>
            <a:ext cx="9071640" cy="4384080"/>
          </a:xfrm>
          <a:prstGeom prst="rect">
            <a:avLst/>
          </a:prstGeom>
          <a:noFill/>
          <a:ln>
            <a:noFill/>
          </a:ln>
        </p:spPr>
        <p:style>
          <a:lnRef idx="0"/>
          <a:fillRef idx="0"/>
          <a:effectRef idx="0"/>
          <a:fontRef idx="minor"/>
        </p:style>
        <p:txBody>
          <a:bodyPr lIns="0" rIns="0" tIns="0" bIns="0">
            <a:normAutofit/>
          </a:bodyPr>
          <a:p>
            <a:pPr marL="432000" indent="-323640">
              <a:lnSpc>
                <a:spcPct val="100000"/>
              </a:lnSpc>
              <a:spcAft>
                <a:spcPts val="1417"/>
              </a:spcAft>
              <a:buClr>
                <a:srgbClr val="99cc66"/>
              </a:buClr>
              <a:buSzPct val="45000"/>
              <a:buFont typeface="Wingdings" charset="2"/>
              <a:buChar char=""/>
            </a:pPr>
            <a:r>
              <a:rPr b="0" lang="en-US" sz="2600" spc="-1" strike="noStrike">
                <a:latin typeface="Arial"/>
              </a:rPr>
              <a:t>Maybe you are thinking – </a:t>
            </a:r>
            <a:r>
              <a:rPr b="1" lang="en-US" sz="2600" spc="-1" strike="noStrike">
                <a:latin typeface="Arial"/>
              </a:rPr>
              <a:t>Windows claims 82.56% of the world’s OS market.</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In January 2021, 1.93% of all desktop operating systems worldwide ran on Linux.</a:t>
            </a:r>
            <a:endParaRPr b="0" lang="en-US" sz="2600" spc="-1" strike="noStrike">
              <a:latin typeface="Arial"/>
            </a:endParaRPr>
          </a:p>
          <a:p>
            <a:pPr>
              <a:lnSpc>
                <a:spcPct val="100000"/>
              </a:lnSpc>
              <a:spcAft>
                <a:spcPts val="1417"/>
              </a:spcAft>
            </a:pPr>
            <a:endParaRPr b="0" lang="en-US" sz="2600" spc="-1" strike="noStrike">
              <a:latin typeface="Arial"/>
            </a:endParaRPr>
          </a:p>
          <a:p>
            <a:pPr>
              <a:lnSpc>
                <a:spcPct val="100000"/>
              </a:lnSpc>
              <a:spcAft>
                <a:spcPts val="1417"/>
              </a:spcAft>
            </a:pPr>
            <a:endParaRPr b="0" lang="en-US" sz="26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CustomShape 1"/>
          <p:cNvSpPr/>
          <p:nvPr/>
        </p:nvSpPr>
        <p:spPr>
          <a:xfrm>
            <a:off x="504000" y="576000"/>
            <a:ext cx="7199640" cy="719640"/>
          </a:xfrm>
          <a:prstGeom prst="rect">
            <a:avLst/>
          </a:prstGeom>
          <a:noFill/>
          <a:ln>
            <a:noFill/>
          </a:ln>
        </p:spPr>
        <p:style>
          <a:lnRef idx="0"/>
          <a:fillRef idx="0"/>
          <a:effectRef idx="0"/>
          <a:fontRef idx="minor"/>
        </p:style>
        <p:txBody>
          <a:bodyPr lIns="0" rIns="0" tIns="0" bIns="0" anchor="ctr">
            <a:noAutofit/>
          </a:bodyPr>
          <a:p>
            <a:pPr>
              <a:lnSpc>
                <a:spcPct val="100000"/>
              </a:lnSpc>
            </a:pPr>
            <a:r>
              <a:rPr b="0" lang="en-US" sz="3600" spc="-1" strike="noStrike">
                <a:latin typeface="Arial"/>
              </a:rPr>
              <a:t>Mind-blowing Linux Statistics </a:t>
            </a:r>
            <a:endParaRPr b="0" lang="en-US" sz="3600" spc="-1" strike="noStrike">
              <a:latin typeface="Arial"/>
            </a:endParaRPr>
          </a:p>
        </p:txBody>
      </p:sp>
      <p:sp>
        <p:nvSpPr>
          <p:cNvPr id="85" name="CustomShape 2"/>
          <p:cNvSpPr/>
          <p:nvPr/>
        </p:nvSpPr>
        <p:spPr>
          <a:xfrm>
            <a:off x="504000" y="1800000"/>
            <a:ext cx="9071640" cy="4384080"/>
          </a:xfrm>
          <a:prstGeom prst="rect">
            <a:avLst/>
          </a:prstGeom>
          <a:noFill/>
          <a:ln>
            <a:noFill/>
          </a:ln>
        </p:spPr>
        <p:style>
          <a:lnRef idx="0"/>
          <a:fillRef idx="0"/>
          <a:effectRef idx="0"/>
          <a:fontRef idx="minor"/>
        </p:style>
        <p:txBody>
          <a:bodyPr lIns="0" rIns="0" tIns="0" bIns="0">
            <a:normAutofit/>
          </a:bodyPr>
          <a:p>
            <a:pPr marL="432000" indent="-323640">
              <a:lnSpc>
                <a:spcPct val="100000"/>
              </a:lnSpc>
              <a:spcAft>
                <a:spcPts val="1417"/>
              </a:spcAft>
              <a:buClr>
                <a:srgbClr val="99cc66"/>
              </a:buClr>
              <a:buSzPct val="45000"/>
              <a:buFont typeface="Wingdings" charset="2"/>
              <a:buChar char=""/>
            </a:pPr>
            <a:r>
              <a:rPr b="1" lang="en-US" sz="2600" spc="-1" strike="noStrike">
                <a:latin typeface="Arial"/>
              </a:rPr>
              <a:t>In 2021, 100% of the world’s top 500 supercomputers run on Linux.</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1" lang="en-US" sz="2600" spc="-1" strike="noStrike">
                <a:latin typeface="Arial"/>
              </a:rPr>
              <a:t>Out of the top 25 websites in the world, only 2 aren’t using Linux: https://www.alexa.com/topsites</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1" lang="en-US" sz="2600" spc="-1" strike="noStrike">
                <a:latin typeface="Arial"/>
              </a:rPr>
              <a:t>96.3% of the world’s top 1 million servers run on Linux.</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1" lang="en-US" sz="2600" spc="-1" strike="noStrike">
                <a:latin typeface="Arial"/>
              </a:rPr>
              <a:t>90% of all cloud infrastructure operates on Linux and practically all the best cloud hosts use it.</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1" lang="en-US" sz="2600" spc="-1" strike="noStrike">
                <a:latin typeface="Arial"/>
              </a:rPr>
              <a:t>85% of all smartphones are based on Linux.</a:t>
            </a:r>
            <a:endParaRPr b="0" lang="en-US" sz="26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CustomShape 1"/>
          <p:cNvSpPr/>
          <p:nvPr/>
        </p:nvSpPr>
        <p:spPr>
          <a:xfrm>
            <a:off x="504000" y="576000"/>
            <a:ext cx="7199640" cy="719640"/>
          </a:xfrm>
          <a:prstGeom prst="rect">
            <a:avLst/>
          </a:prstGeom>
          <a:noFill/>
          <a:ln>
            <a:noFill/>
          </a:ln>
        </p:spPr>
        <p:style>
          <a:lnRef idx="0"/>
          <a:fillRef idx="0"/>
          <a:effectRef idx="0"/>
          <a:fontRef idx="minor"/>
        </p:style>
        <p:txBody>
          <a:bodyPr lIns="0" rIns="0" tIns="0" bIns="0" anchor="ctr">
            <a:noAutofit/>
          </a:bodyPr>
          <a:p>
            <a:pPr>
              <a:lnSpc>
                <a:spcPct val="100000"/>
              </a:lnSpc>
            </a:pPr>
            <a:r>
              <a:rPr b="0" lang="en-US" sz="3600" spc="-1" strike="noStrike">
                <a:latin typeface="Arial"/>
              </a:rPr>
              <a:t>Linux Usage Statistics, 2021</a:t>
            </a:r>
            <a:endParaRPr b="0" lang="en-US" sz="3600" spc="-1" strike="noStrike">
              <a:latin typeface="Arial"/>
            </a:endParaRPr>
          </a:p>
        </p:txBody>
      </p:sp>
      <p:sp>
        <p:nvSpPr>
          <p:cNvPr id="87" name="CustomShape 2"/>
          <p:cNvSpPr/>
          <p:nvPr/>
        </p:nvSpPr>
        <p:spPr>
          <a:xfrm>
            <a:off x="504000" y="1800000"/>
            <a:ext cx="9071640" cy="4384080"/>
          </a:xfrm>
          <a:prstGeom prst="rect">
            <a:avLst/>
          </a:prstGeom>
          <a:noFill/>
          <a:ln>
            <a:noFill/>
          </a:ln>
        </p:spPr>
        <p:style>
          <a:lnRef idx="0"/>
          <a:fillRef idx="0"/>
          <a:effectRef idx="0"/>
          <a:fontRef idx="minor"/>
        </p:style>
        <p:txBody>
          <a:bodyPr lIns="0" rIns="0" tIns="0" bIns="0">
            <a:normAutofit fontScale="97000"/>
          </a:bodyPr>
          <a:p>
            <a:pPr marL="432000" indent="-323640">
              <a:lnSpc>
                <a:spcPct val="100000"/>
              </a:lnSpc>
              <a:spcAft>
                <a:spcPts val="1417"/>
              </a:spcAft>
              <a:buClr>
                <a:srgbClr val="99cc66"/>
              </a:buClr>
              <a:buSzPct val="45000"/>
              <a:buFont typeface="Wingdings" charset="2"/>
              <a:buChar char=""/>
            </a:pPr>
            <a:r>
              <a:rPr b="0" lang="en-US" sz="2600" spc="-1" strike="noStrike">
                <a:latin typeface="Arial"/>
              </a:rPr>
              <a:t>25.3% of professional developers used Linux in 2018.</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36.7% of the websites with known operating systems use Linux.</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54.1% of professional developers use Linux as a platform in 2019.</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83.1% of developers say Linux is the platform they prefer to work on.</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As of 2017, more than 15,637 developers from 1,513 companies had contributed to the Linux kernel code since its creation.</a:t>
            </a:r>
            <a:endParaRPr b="0" lang="en-US" sz="26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CustomShape 1"/>
          <p:cNvSpPr/>
          <p:nvPr/>
        </p:nvSpPr>
        <p:spPr>
          <a:xfrm>
            <a:off x="504000" y="576000"/>
            <a:ext cx="7199640" cy="719640"/>
          </a:xfrm>
          <a:prstGeom prst="rect">
            <a:avLst/>
          </a:prstGeom>
          <a:noFill/>
          <a:ln>
            <a:noFill/>
          </a:ln>
        </p:spPr>
        <p:style>
          <a:lnRef idx="0"/>
          <a:fillRef idx="0"/>
          <a:effectRef idx="0"/>
          <a:fontRef idx="minor"/>
        </p:style>
        <p:txBody>
          <a:bodyPr lIns="0" rIns="0" tIns="0" bIns="0" anchor="ctr">
            <a:noAutofit/>
          </a:bodyPr>
          <a:p>
            <a:pPr>
              <a:lnSpc>
                <a:spcPct val="100000"/>
              </a:lnSpc>
            </a:pPr>
            <a:r>
              <a:rPr b="0" lang="en-US" sz="3600" spc="-1" strike="noStrike">
                <a:latin typeface="Arial"/>
              </a:rPr>
              <a:t>Main Terms</a:t>
            </a:r>
            <a:endParaRPr b="0" lang="en-US" sz="3600" spc="-1" strike="noStrike">
              <a:latin typeface="Arial"/>
            </a:endParaRPr>
          </a:p>
        </p:txBody>
      </p:sp>
      <p:sp>
        <p:nvSpPr>
          <p:cNvPr id="89" name="CustomShape 2"/>
          <p:cNvSpPr/>
          <p:nvPr/>
        </p:nvSpPr>
        <p:spPr>
          <a:xfrm>
            <a:off x="504000" y="1800000"/>
            <a:ext cx="9071640" cy="4384080"/>
          </a:xfrm>
          <a:prstGeom prst="rect">
            <a:avLst/>
          </a:prstGeom>
          <a:noFill/>
          <a:ln>
            <a:noFill/>
          </a:ln>
        </p:spPr>
        <p:style>
          <a:lnRef idx="0"/>
          <a:fillRef idx="0"/>
          <a:effectRef idx="0"/>
          <a:fontRef idx="minor"/>
        </p:style>
        <p:txBody>
          <a:bodyPr lIns="0" rIns="0" tIns="0" bIns="0">
            <a:normAutofit fontScale="87000"/>
          </a:bodyPr>
          <a:p>
            <a:pPr marL="432000" indent="-323640">
              <a:lnSpc>
                <a:spcPct val="100000"/>
              </a:lnSpc>
              <a:spcAft>
                <a:spcPts val="1417"/>
              </a:spcAft>
              <a:buClr>
                <a:srgbClr val="99cc66"/>
              </a:buClr>
              <a:buSzPct val="45000"/>
              <a:buFont typeface="Wingdings" charset="2"/>
              <a:buChar char=""/>
            </a:pPr>
            <a:r>
              <a:rPr b="0" lang="en-US" sz="2600" spc="-1" strike="noStrike">
                <a:latin typeface="Arial"/>
              </a:rPr>
              <a:t>Operating Systems</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Hardware</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Software</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Kernel</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Drivers</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GUI</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CLI</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Shell</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Open Source</a:t>
            </a:r>
            <a:endParaRPr b="0" lang="en-US" sz="26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CustomShape 1"/>
          <p:cNvSpPr/>
          <p:nvPr/>
        </p:nvSpPr>
        <p:spPr>
          <a:xfrm>
            <a:off x="504000" y="576000"/>
            <a:ext cx="7199640" cy="719640"/>
          </a:xfrm>
          <a:prstGeom prst="rect">
            <a:avLst/>
          </a:prstGeom>
          <a:noFill/>
          <a:ln>
            <a:noFill/>
          </a:ln>
        </p:spPr>
        <p:style>
          <a:lnRef idx="0"/>
          <a:fillRef idx="0"/>
          <a:effectRef idx="0"/>
          <a:fontRef idx="minor"/>
        </p:style>
        <p:txBody>
          <a:bodyPr lIns="0" rIns="0" tIns="0" bIns="0" anchor="ctr">
            <a:noAutofit/>
          </a:bodyPr>
          <a:p>
            <a:pPr>
              <a:lnSpc>
                <a:spcPct val="100000"/>
              </a:lnSpc>
            </a:pPr>
            <a:r>
              <a:rPr b="0" lang="en-US" sz="3600" spc="-1" strike="noStrike">
                <a:latin typeface="Arial"/>
              </a:rPr>
              <a:t>Linux Architecture</a:t>
            </a:r>
            <a:endParaRPr b="0" lang="en-US" sz="3600" spc="-1" strike="noStrike">
              <a:latin typeface="Arial"/>
            </a:endParaRPr>
          </a:p>
        </p:txBody>
      </p:sp>
      <p:pic>
        <p:nvPicPr>
          <p:cNvPr id="91" name="" descr=""/>
          <p:cNvPicPr/>
          <p:nvPr/>
        </p:nvPicPr>
        <p:blipFill>
          <a:blip r:embed="rId1"/>
          <a:stretch/>
        </p:blipFill>
        <p:spPr>
          <a:xfrm>
            <a:off x="1371600" y="1645920"/>
            <a:ext cx="7131960" cy="5120280"/>
          </a:xfrm>
          <a:prstGeom prst="rect">
            <a:avLst/>
          </a:prstGeom>
          <a:ln>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CustomShape 1"/>
          <p:cNvSpPr/>
          <p:nvPr/>
        </p:nvSpPr>
        <p:spPr>
          <a:xfrm>
            <a:off x="504000" y="576000"/>
            <a:ext cx="7199640" cy="719640"/>
          </a:xfrm>
          <a:prstGeom prst="rect">
            <a:avLst/>
          </a:prstGeom>
          <a:noFill/>
          <a:ln>
            <a:noFill/>
          </a:ln>
        </p:spPr>
        <p:style>
          <a:lnRef idx="0"/>
          <a:fillRef idx="0"/>
          <a:effectRef idx="0"/>
          <a:fontRef idx="minor"/>
        </p:style>
        <p:txBody>
          <a:bodyPr lIns="0" rIns="0" tIns="0" bIns="0" anchor="ctr">
            <a:noAutofit/>
          </a:bodyPr>
          <a:p>
            <a:pPr>
              <a:lnSpc>
                <a:spcPct val="100000"/>
              </a:lnSpc>
            </a:pPr>
            <a:r>
              <a:rPr b="0" lang="en-US" sz="3600" spc="-1" strike="noStrike">
                <a:latin typeface="Arial"/>
              </a:rPr>
              <a:t>Linux History</a:t>
            </a:r>
            <a:endParaRPr b="0" lang="en-US" sz="3600" spc="-1" strike="noStrike">
              <a:latin typeface="Arial"/>
            </a:endParaRPr>
          </a:p>
        </p:txBody>
      </p:sp>
      <p:sp>
        <p:nvSpPr>
          <p:cNvPr id="93" name="CustomShape 2"/>
          <p:cNvSpPr/>
          <p:nvPr/>
        </p:nvSpPr>
        <p:spPr>
          <a:xfrm>
            <a:off x="504000" y="1800000"/>
            <a:ext cx="9071640" cy="4384080"/>
          </a:xfrm>
          <a:prstGeom prst="rect">
            <a:avLst/>
          </a:prstGeom>
          <a:noFill/>
          <a:ln>
            <a:noFill/>
          </a:ln>
        </p:spPr>
        <p:style>
          <a:lnRef idx="0"/>
          <a:fillRef idx="0"/>
          <a:effectRef idx="0"/>
          <a:fontRef idx="minor"/>
        </p:style>
        <p:txBody>
          <a:bodyPr lIns="0" rIns="0" tIns="0" bIns="0">
            <a:normAutofit/>
          </a:bodyPr>
          <a:p>
            <a:pPr marL="432000" indent="-323640">
              <a:lnSpc>
                <a:spcPct val="100000"/>
              </a:lnSpc>
              <a:spcAft>
                <a:spcPts val="1417"/>
              </a:spcAft>
              <a:buClr>
                <a:srgbClr val="99cc66"/>
              </a:buClr>
              <a:buSzPct val="45000"/>
              <a:buFont typeface="Wingdings" charset="2"/>
              <a:buChar char=""/>
            </a:pPr>
            <a:r>
              <a:rPr b="0" lang="en-US" sz="2600" spc="-1" strike="noStrike">
                <a:latin typeface="Arial"/>
              </a:rPr>
              <a:t>In 1991 a Finish student named Linus Torvalds created the Linux kernel. Linus first started working on a terminal emulator to connect to Unix systems at his university but over time that project grew into something bigger and eventually became the Linux kernel. Combining the Linux kernel with the GNU Foundation’s command line tools created a complete Unix-like operating system. Shortly after the release of the Linux kernel collections of various software combined with the Linux kernel started to appear.  These sets of software became known as Linux distributions.</a:t>
            </a:r>
            <a:endParaRPr b="0" lang="en-US" sz="26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CustomShape 1"/>
          <p:cNvSpPr/>
          <p:nvPr/>
        </p:nvSpPr>
        <p:spPr>
          <a:xfrm>
            <a:off x="504000" y="576000"/>
            <a:ext cx="7199640" cy="719640"/>
          </a:xfrm>
          <a:prstGeom prst="rect">
            <a:avLst/>
          </a:prstGeom>
          <a:noFill/>
          <a:ln>
            <a:noFill/>
          </a:ln>
        </p:spPr>
        <p:style>
          <a:lnRef idx="0"/>
          <a:fillRef idx="0"/>
          <a:effectRef idx="0"/>
          <a:fontRef idx="minor"/>
        </p:style>
        <p:txBody>
          <a:bodyPr lIns="0" rIns="0" tIns="0" bIns="0" anchor="ctr">
            <a:noAutofit/>
          </a:bodyPr>
          <a:p>
            <a:pPr>
              <a:lnSpc>
                <a:spcPct val="100000"/>
              </a:lnSpc>
            </a:pPr>
            <a:r>
              <a:rPr b="0" lang="en-US" sz="3600" spc="-1" strike="noStrike">
                <a:latin typeface="Arial"/>
              </a:rPr>
              <a:t>Linux vs Windows</a:t>
            </a:r>
            <a:endParaRPr b="0" lang="en-US" sz="3600" spc="-1" strike="noStrike">
              <a:latin typeface="Arial"/>
            </a:endParaRPr>
          </a:p>
        </p:txBody>
      </p:sp>
      <p:sp>
        <p:nvSpPr>
          <p:cNvPr id="95" name="CustomShape 2"/>
          <p:cNvSpPr/>
          <p:nvPr/>
        </p:nvSpPr>
        <p:spPr>
          <a:xfrm>
            <a:off x="504000" y="1800000"/>
            <a:ext cx="3427560" cy="4384080"/>
          </a:xfrm>
          <a:prstGeom prst="rect">
            <a:avLst/>
          </a:prstGeom>
          <a:noFill/>
          <a:ln>
            <a:noFill/>
          </a:ln>
        </p:spPr>
        <p:style>
          <a:lnRef idx="0"/>
          <a:fillRef idx="0"/>
          <a:effectRef idx="0"/>
          <a:fontRef idx="minor"/>
        </p:style>
        <p:txBody>
          <a:bodyPr lIns="0" rIns="0" tIns="0" bIns="0">
            <a:normAutofit/>
          </a:bodyPr>
          <a:p>
            <a:pPr marL="432000" indent="-323640">
              <a:lnSpc>
                <a:spcPct val="100000"/>
              </a:lnSpc>
              <a:spcAft>
                <a:spcPts val="1417"/>
              </a:spcAft>
              <a:buClr>
                <a:srgbClr val="99cc66"/>
              </a:buClr>
              <a:buSzPct val="45000"/>
              <a:buFont typeface="Wingdings" charset="2"/>
              <a:buChar char=""/>
            </a:pPr>
            <a:r>
              <a:rPr b="0" lang="en-US" sz="2600" spc="-1" strike="noStrike">
                <a:latin typeface="Arial"/>
              </a:rPr>
              <a:t>Usage in PC</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Compatibilty </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Gaming</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Easy to use</a:t>
            </a:r>
            <a:endParaRPr b="0" lang="en-US" sz="2600" spc="-1" strike="noStrike">
              <a:latin typeface="Arial"/>
            </a:endParaRPr>
          </a:p>
        </p:txBody>
      </p:sp>
      <p:sp>
        <p:nvSpPr>
          <p:cNvPr id="96" name="CustomShape 3"/>
          <p:cNvSpPr/>
          <p:nvPr/>
        </p:nvSpPr>
        <p:spPr>
          <a:xfrm>
            <a:off x="4435920" y="1737360"/>
            <a:ext cx="4890600" cy="5303160"/>
          </a:xfrm>
          <a:prstGeom prst="rect">
            <a:avLst/>
          </a:prstGeom>
          <a:noFill/>
          <a:ln>
            <a:noFill/>
          </a:ln>
        </p:spPr>
        <p:style>
          <a:lnRef idx="0"/>
          <a:fillRef idx="0"/>
          <a:effectRef idx="0"/>
          <a:fontRef idx="minor"/>
        </p:style>
        <p:txBody>
          <a:bodyPr lIns="0" rIns="0" tIns="0" bIns="0">
            <a:normAutofit fontScale="49000"/>
          </a:bodyPr>
          <a:p>
            <a:pPr marL="432000" indent="-323640">
              <a:lnSpc>
                <a:spcPct val="100000"/>
              </a:lnSpc>
              <a:spcAft>
                <a:spcPts val="1417"/>
              </a:spcAft>
              <a:buClr>
                <a:srgbClr val="99cc66"/>
              </a:buClr>
              <a:buSzPct val="45000"/>
              <a:buFont typeface="Wingdings" charset="2"/>
              <a:buChar char=""/>
            </a:pPr>
            <a:r>
              <a:rPr b="0" lang="en-US" sz="2600" spc="-1" strike="noStrike">
                <a:latin typeface="Arial"/>
              </a:rPr>
              <a:t>Security </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Privacy</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Open Source</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Licence </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Realibility </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Multi-choice (distro)</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Programming</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Task automation </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Customization</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Hardware Support</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System Performane</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Meningful Error messages(Logs)</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Package managers (apt, yum)</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Powerful shell</a:t>
            </a:r>
            <a:endParaRPr b="0" lang="en-US" sz="2600" spc="-1" strike="noStrike">
              <a:latin typeface="Arial"/>
            </a:endParaRPr>
          </a:p>
          <a:p>
            <a:pPr marL="432000" indent="-323640">
              <a:lnSpc>
                <a:spcPct val="100000"/>
              </a:lnSpc>
              <a:spcAft>
                <a:spcPts val="1417"/>
              </a:spcAft>
              <a:buClr>
                <a:srgbClr val="99cc66"/>
              </a:buClr>
              <a:buSzPct val="45000"/>
              <a:buFont typeface="Wingdings" charset="2"/>
              <a:buChar char=""/>
            </a:pPr>
            <a:r>
              <a:rPr b="0" lang="en-US" sz="2600" spc="-1" strike="noStrike">
                <a:latin typeface="Arial"/>
              </a:rPr>
              <a:t>Portability</a:t>
            </a:r>
            <a:endParaRPr b="0" lang="en-US" sz="26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CustomShape 1"/>
          <p:cNvSpPr/>
          <p:nvPr/>
        </p:nvSpPr>
        <p:spPr>
          <a:xfrm>
            <a:off x="504000" y="576000"/>
            <a:ext cx="7199640" cy="719640"/>
          </a:xfrm>
          <a:prstGeom prst="rect">
            <a:avLst/>
          </a:prstGeom>
          <a:noFill/>
          <a:ln>
            <a:noFill/>
          </a:ln>
        </p:spPr>
        <p:style>
          <a:lnRef idx="0"/>
          <a:fillRef idx="0"/>
          <a:effectRef idx="0"/>
          <a:fontRef idx="minor"/>
        </p:style>
        <p:txBody>
          <a:bodyPr lIns="0" rIns="0" tIns="0" bIns="0" anchor="ctr">
            <a:noAutofit/>
          </a:bodyPr>
          <a:p>
            <a:pPr>
              <a:lnSpc>
                <a:spcPct val="100000"/>
              </a:lnSpc>
            </a:pPr>
            <a:r>
              <a:rPr b="0" lang="en-US" sz="3600" spc="-1" strike="noStrike">
                <a:latin typeface="Arial"/>
              </a:rPr>
              <a:t>Big companies powered by Linux</a:t>
            </a:r>
            <a:endParaRPr b="0" lang="en-US" sz="3600" spc="-1" strike="noStrike">
              <a:latin typeface="Arial"/>
            </a:endParaRPr>
          </a:p>
        </p:txBody>
      </p:sp>
      <p:pic>
        <p:nvPicPr>
          <p:cNvPr id="98" name="" descr=""/>
          <p:cNvPicPr/>
          <p:nvPr/>
        </p:nvPicPr>
        <p:blipFill>
          <a:blip r:embed="rId1"/>
          <a:stretch/>
        </p:blipFill>
        <p:spPr>
          <a:xfrm>
            <a:off x="457200" y="1463040"/>
            <a:ext cx="9235080" cy="5668920"/>
          </a:xfrm>
          <a:prstGeom prst="rect">
            <a:avLst/>
          </a:prstGeom>
          <a:ln>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CustomShape 1"/>
          <p:cNvSpPr/>
          <p:nvPr/>
        </p:nvSpPr>
        <p:spPr>
          <a:xfrm>
            <a:off x="504000" y="576000"/>
            <a:ext cx="7199640" cy="719640"/>
          </a:xfrm>
          <a:prstGeom prst="rect">
            <a:avLst/>
          </a:prstGeom>
          <a:noFill/>
          <a:ln>
            <a:noFill/>
          </a:ln>
        </p:spPr>
        <p:style>
          <a:lnRef idx="0"/>
          <a:fillRef idx="0"/>
          <a:effectRef idx="0"/>
          <a:fontRef idx="minor"/>
        </p:style>
        <p:txBody>
          <a:bodyPr lIns="0" rIns="0" tIns="0" bIns="0" anchor="ctr">
            <a:noAutofit/>
          </a:bodyPr>
          <a:p>
            <a:pPr>
              <a:lnSpc>
                <a:spcPct val="100000"/>
              </a:lnSpc>
            </a:pPr>
            <a:r>
              <a:rPr b="0" lang="en-US" sz="3600" spc="-1" strike="noStrike">
                <a:latin typeface="Arial"/>
              </a:rPr>
              <a:t>Linux Distributions </a:t>
            </a:r>
            <a:endParaRPr b="0" lang="en-US" sz="3600" spc="-1" strike="noStrike">
              <a:latin typeface="Arial"/>
            </a:endParaRPr>
          </a:p>
        </p:txBody>
      </p:sp>
      <p:pic>
        <p:nvPicPr>
          <p:cNvPr id="100" name="" descr=""/>
          <p:cNvPicPr/>
          <p:nvPr/>
        </p:nvPicPr>
        <p:blipFill>
          <a:blip r:embed="rId1"/>
          <a:stretch/>
        </p:blipFill>
        <p:spPr>
          <a:xfrm>
            <a:off x="317520" y="1493640"/>
            <a:ext cx="8826120" cy="5792400"/>
          </a:xfrm>
          <a:prstGeom prst="rect">
            <a:avLst/>
          </a:prstGeom>
          <a:ln>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689</TotalTime>
  <Application>LibreOffice/6.4.7.2$Linux_X86_64 LibreOffice_project/40$Build-2</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2021-08-08T11:51:19Z</dcterms:created>
  <dc:creator/>
  <dc:description/>
  <dc:language>en-US</dc:language>
  <cp:lastModifiedBy/>
  <dcterms:modified xsi:type="dcterms:W3CDTF">2021-08-09T17:30:42Z</dcterms:modified>
  <cp:revision>10</cp:revision>
  <dc:subject/>
  <dc:title>Inspiration</dc:title>
</cp:coreProperties>
</file>